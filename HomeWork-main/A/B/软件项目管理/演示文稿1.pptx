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6858000" cy="9144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45" y="1219236"/>
            <a:ext cx="5512211" cy="34273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45" y="4747339"/>
            <a:ext cx="5512211" cy="196325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35" y="811224"/>
            <a:ext cx="6170356" cy="94082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35" y="1987258"/>
            <a:ext cx="6170356" cy="634578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58" y="5131350"/>
            <a:ext cx="4370078" cy="102243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58" y="6153780"/>
            <a:ext cx="4370078" cy="1156834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35" y="811224"/>
            <a:ext cx="6170356" cy="94082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35" y="2001659"/>
            <a:ext cx="2912035" cy="633138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631" y="2001659"/>
            <a:ext cx="2912035" cy="6331385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35" y="811224"/>
            <a:ext cx="6170356" cy="94082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35" y="1905656"/>
            <a:ext cx="3005188" cy="50881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35" y="2472072"/>
            <a:ext cx="3005188" cy="586097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712" y="1895694"/>
            <a:ext cx="3005188" cy="50881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712" y="2472072"/>
            <a:ext cx="3005188" cy="586097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35" y="811224"/>
            <a:ext cx="6170356" cy="94082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35" y="2073661"/>
            <a:ext cx="2943692" cy="614418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205" y="2073661"/>
            <a:ext cx="2940386" cy="614418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244" y="1219236"/>
            <a:ext cx="587267" cy="6705796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65" y="1219236"/>
            <a:ext cx="5157826" cy="6705796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35" y="1032030"/>
            <a:ext cx="6172381" cy="731061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45" y="3312097"/>
            <a:ext cx="5512211" cy="135844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45" y="4747339"/>
            <a:ext cx="5512211" cy="628818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35" y="811224"/>
            <a:ext cx="6170356" cy="940828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35" y="1987258"/>
            <a:ext cx="6170356" cy="634578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60" y="8419447"/>
            <a:ext cx="1518794" cy="422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318" y="8419447"/>
            <a:ext cx="2227565" cy="422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796" y="8419447"/>
            <a:ext cx="1518794" cy="422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/>
          <p:cNvCxnSpPr/>
          <p:nvPr/>
        </p:nvCxnSpPr>
        <p:spPr>
          <a:xfrm flipV="1">
            <a:off x="575731" y="3124562"/>
            <a:ext cx="6082310" cy="6464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14453" y="3620110"/>
            <a:ext cx="266112" cy="560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15"/>
              <a:t>迭代</a:t>
            </a:r>
            <a:r>
              <a:rPr lang="en-US" altLang="zh-CN" sz="1015"/>
              <a:t>1</a:t>
            </a:r>
            <a:endParaRPr lang="en-US" altLang="zh-CN" sz="1015"/>
          </a:p>
        </p:txBody>
      </p:sp>
      <p:cxnSp>
        <p:nvCxnSpPr>
          <p:cNvPr id="8" name="直接连接符 7"/>
          <p:cNvCxnSpPr/>
          <p:nvPr/>
        </p:nvCxnSpPr>
        <p:spPr>
          <a:xfrm>
            <a:off x="588840" y="4571208"/>
            <a:ext cx="6042163" cy="1275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614240" y="6024043"/>
            <a:ext cx="6026853" cy="663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8321" y="7470658"/>
            <a:ext cx="6022090" cy="51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310640" y="2764790"/>
            <a:ext cx="920115" cy="29273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数据编码解码</a:t>
            </a:r>
            <a:endParaRPr lang="zh-CN" altLang="en-US" sz="900"/>
          </a:p>
        </p:txBody>
      </p:sp>
      <p:sp>
        <p:nvSpPr>
          <p:cNvPr id="13" name="矩形 12"/>
          <p:cNvSpPr/>
          <p:nvPr/>
        </p:nvSpPr>
        <p:spPr>
          <a:xfrm>
            <a:off x="2739400" y="2765067"/>
            <a:ext cx="824550" cy="29225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数据管理</a:t>
            </a:r>
            <a:endParaRPr lang="zh-CN" altLang="en-US" sz="900"/>
          </a:p>
        </p:txBody>
      </p:sp>
      <p:sp>
        <p:nvSpPr>
          <p:cNvPr id="14" name="矩形 13"/>
          <p:cNvSpPr/>
          <p:nvPr/>
        </p:nvSpPr>
        <p:spPr>
          <a:xfrm>
            <a:off x="4104407" y="2765067"/>
            <a:ext cx="824380" cy="29225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数据可视化</a:t>
            </a:r>
            <a:endParaRPr lang="zh-CN" altLang="en-US" sz="900"/>
          </a:p>
        </p:txBody>
      </p:sp>
      <p:sp>
        <p:nvSpPr>
          <p:cNvPr id="15" name="矩形 14"/>
          <p:cNvSpPr/>
          <p:nvPr/>
        </p:nvSpPr>
        <p:spPr>
          <a:xfrm>
            <a:off x="5469244" y="2765067"/>
            <a:ext cx="824380" cy="29225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运维管理</a:t>
            </a:r>
            <a:endParaRPr lang="zh-CN" altLang="en-US" sz="900"/>
          </a:p>
        </p:txBody>
      </p:sp>
      <p:sp>
        <p:nvSpPr>
          <p:cNvPr id="16" name="矩形 15"/>
          <p:cNvSpPr/>
          <p:nvPr/>
        </p:nvSpPr>
        <p:spPr>
          <a:xfrm>
            <a:off x="1279525" y="3489960"/>
            <a:ext cx="1013460" cy="29146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数据编码</a:t>
            </a:r>
            <a:endParaRPr lang="zh-CN" altLang="en-US" sz="900"/>
          </a:p>
        </p:txBody>
      </p:sp>
      <p:sp>
        <p:nvSpPr>
          <p:cNvPr id="2" name="矩形 1"/>
          <p:cNvSpPr/>
          <p:nvPr/>
        </p:nvSpPr>
        <p:spPr>
          <a:xfrm>
            <a:off x="1279525" y="3848735"/>
            <a:ext cx="1013460" cy="29146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数据</a:t>
            </a:r>
            <a:r>
              <a:rPr lang="zh-CN" altLang="en-US" sz="900"/>
              <a:t>解码</a:t>
            </a:r>
            <a:endParaRPr lang="zh-CN" altLang="en-US" sz="900"/>
          </a:p>
        </p:txBody>
      </p:sp>
      <p:sp>
        <p:nvSpPr>
          <p:cNvPr id="3" name="矩形 2"/>
          <p:cNvSpPr/>
          <p:nvPr/>
        </p:nvSpPr>
        <p:spPr>
          <a:xfrm>
            <a:off x="2627630" y="3198495"/>
            <a:ext cx="1015365" cy="29146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单数据</a:t>
            </a:r>
            <a:endParaRPr lang="zh-CN" altLang="en-US" sz="900"/>
          </a:p>
          <a:p>
            <a:pPr algn="ctr"/>
            <a:r>
              <a:rPr lang="zh-CN" altLang="en-US" sz="900"/>
              <a:t>输入</a:t>
            </a:r>
            <a:endParaRPr lang="zh-CN" altLang="en-US" sz="900"/>
          </a:p>
        </p:txBody>
      </p:sp>
      <p:sp>
        <p:nvSpPr>
          <p:cNvPr id="6" name="矩形 5"/>
          <p:cNvSpPr/>
          <p:nvPr/>
        </p:nvSpPr>
        <p:spPr>
          <a:xfrm>
            <a:off x="4010025" y="4195445"/>
            <a:ext cx="1014730" cy="29146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单数据</a:t>
            </a:r>
            <a:endParaRPr lang="zh-CN" altLang="en-US" sz="900"/>
          </a:p>
          <a:p>
            <a:pPr algn="ctr"/>
            <a:r>
              <a:rPr lang="zh-CN" altLang="en-US" sz="900"/>
              <a:t>输</a:t>
            </a:r>
            <a:r>
              <a:rPr lang="zh-CN" altLang="en-US" sz="900"/>
              <a:t>出</a:t>
            </a:r>
            <a:endParaRPr lang="zh-CN" altLang="en-US" sz="900"/>
          </a:p>
        </p:txBody>
      </p:sp>
      <p:sp>
        <p:nvSpPr>
          <p:cNvPr id="9" name="矩形 8"/>
          <p:cNvSpPr/>
          <p:nvPr/>
        </p:nvSpPr>
        <p:spPr>
          <a:xfrm>
            <a:off x="5374640" y="4195445"/>
            <a:ext cx="1014730" cy="29146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日志与</a:t>
            </a:r>
            <a:endParaRPr lang="zh-CN" altLang="en-US" sz="900"/>
          </a:p>
          <a:p>
            <a:pPr algn="ctr"/>
            <a:r>
              <a:rPr lang="zh-CN" altLang="en-US" sz="900"/>
              <a:t>异常</a:t>
            </a:r>
            <a:r>
              <a:rPr lang="zh-CN" altLang="en-US" sz="900"/>
              <a:t>处理</a:t>
            </a:r>
            <a:endParaRPr lang="zh-CN" altLang="en-US" sz="900"/>
          </a:p>
        </p:txBody>
      </p:sp>
      <p:sp>
        <p:nvSpPr>
          <p:cNvPr id="17" name="矩形 16"/>
          <p:cNvSpPr/>
          <p:nvPr/>
        </p:nvSpPr>
        <p:spPr>
          <a:xfrm>
            <a:off x="2628265" y="4674870"/>
            <a:ext cx="1014730" cy="29146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基于数据库的</a:t>
            </a:r>
            <a:endParaRPr lang="zh-CN" altLang="en-US" sz="900"/>
          </a:p>
          <a:p>
            <a:pPr algn="ctr"/>
            <a:r>
              <a:rPr lang="zh-CN" altLang="en-US" sz="900"/>
              <a:t>数据</a:t>
            </a:r>
            <a:r>
              <a:rPr lang="zh-CN" altLang="en-US" sz="900"/>
              <a:t>管理</a:t>
            </a:r>
            <a:endParaRPr lang="zh-CN" altLang="en-US" sz="900"/>
          </a:p>
        </p:txBody>
      </p:sp>
      <p:sp>
        <p:nvSpPr>
          <p:cNvPr id="18" name="矩形 17"/>
          <p:cNvSpPr/>
          <p:nvPr/>
        </p:nvSpPr>
        <p:spPr>
          <a:xfrm>
            <a:off x="2627630" y="5057140"/>
            <a:ext cx="1015365" cy="2914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模糊</a:t>
            </a:r>
            <a:r>
              <a:rPr lang="zh-CN" altLang="en-US" sz="900"/>
              <a:t>检索</a:t>
            </a:r>
            <a:endParaRPr lang="zh-CN" altLang="en-US" sz="900"/>
          </a:p>
        </p:txBody>
      </p:sp>
      <p:sp>
        <p:nvSpPr>
          <p:cNvPr id="19" name="矩形 18"/>
          <p:cNvSpPr/>
          <p:nvPr/>
        </p:nvSpPr>
        <p:spPr>
          <a:xfrm>
            <a:off x="4010025" y="5374005"/>
            <a:ext cx="1014730" cy="2914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模板导入</a:t>
            </a:r>
            <a:r>
              <a:rPr lang="zh-CN" altLang="en-US" sz="900"/>
              <a:t>导出</a:t>
            </a:r>
            <a:endParaRPr lang="zh-CN" altLang="en-US" sz="900"/>
          </a:p>
        </p:txBody>
      </p:sp>
      <p:sp>
        <p:nvSpPr>
          <p:cNvPr id="20" name="矩形 19"/>
          <p:cNvSpPr/>
          <p:nvPr/>
        </p:nvSpPr>
        <p:spPr>
          <a:xfrm>
            <a:off x="5375275" y="5665470"/>
            <a:ext cx="1014095" cy="2914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基于数据库的权限</a:t>
            </a:r>
            <a:r>
              <a:rPr lang="zh-CN" altLang="en-US" sz="900"/>
              <a:t>管理</a:t>
            </a:r>
            <a:endParaRPr lang="zh-CN" altLang="en-US" sz="900"/>
          </a:p>
        </p:txBody>
      </p:sp>
      <p:sp>
        <p:nvSpPr>
          <p:cNvPr id="24" name="矩形 23"/>
          <p:cNvSpPr/>
          <p:nvPr/>
        </p:nvSpPr>
        <p:spPr>
          <a:xfrm>
            <a:off x="4010025" y="6262370"/>
            <a:ext cx="1014730" cy="29146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网页形式</a:t>
            </a:r>
            <a:r>
              <a:rPr lang="zh-CN" altLang="en-US" sz="900"/>
              <a:t>的</a:t>
            </a:r>
            <a:endParaRPr lang="zh-CN" altLang="en-US" sz="900"/>
          </a:p>
          <a:p>
            <a:pPr algn="ctr"/>
            <a:r>
              <a:rPr lang="zh-CN" altLang="en-US" sz="900"/>
              <a:t>数据</a:t>
            </a:r>
            <a:r>
              <a:rPr lang="zh-CN" altLang="en-US" sz="900"/>
              <a:t>可视化</a:t>
            </a:r>
            <a:endParaRPr lang="zh-CN" altLang="en-US" sz="900"/>
          </a:p>
        </p:txBody>
      </p:sp>
      <p:sp>
        <p:nvSpPr>
          <p:cNvPr id="25" name="矩形 24"/>
          <p:cNvSpPr/>
          <p:nvPr/>
        </p:nvSpPr>
        <p:spPr>
          <a:xfrm>
            <a:off x="5375275" y="6262370"/>
            <a:ext cx="1014730" cy="29146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报警</a:t>
            </a:r>
            <a:r>
              <a:rPr lang="zh-CN" altLang="en-US" sz="900"/>
              <a:t>机制</a:t>
            </a:r>
            <a:endParaRPr lang="zh-CN" altLang="en-US" sz="900"/>
          </a:p>
        </p:txBody>
      </p:sp>
      <p:sp>
        <p:nvSpPr>
          <p:cNvPr id="26" name="矩形 25"/>
          <p:cNvSpPr/>
          <p:nvPr/>
        </p:nvSpPr>
        <p:spPr>
          <a:xfrm>
            <a:off x="2627630" y="7608570"/>
            <a:ext cx="1014730" cy="2914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基于时效和地理的数据</a:t>
            </a:r>
            <a:r>
              <a:rPr lang="zh-CN" altLang="en-US" sz="900"/>
              <a:t>排序</a:t>
            </a:r>
            <a:endParaRPr lang="zh-CN" altLang="en-US" sz="900"/>
          </a:p>
        </p:txBody>
      </p:sp>
      <p:sp>
        <p:nvSpPr>
          <p:cNvPr id="27" name="矩形 26"/>
          <p:cNvSpPr/>
          <p:nvPr/>
        </p:nvSpPr>
        <p:spPr>
          <a:xfrm>
            <a:off x="4010025" y="7981950"/>
            <a:ext cx="1014730" cy="2914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地图和时间线的数据</a:t>
            </a:r>
            <a:r>
              <a:rPr lang="zh-CN" altLang="en-US" sz="900"/>
              <a:t>可视化</a:t>
            </a:r>
            <a:endParaRPr lang="zh-CN" altLang="en-US" sz="900"/>
          </a:p>
        </p:txBody>
      </p:sp>
      <p:sp>
        <p:nvSpPr>
          <p:cNvPr id="28" name="矩形 27"/>
          <p:cNvSpPr/>
          <p:nvPr/>
        </p:nvSpPr>
        <p:spPr>
          <a:xfrm>
            <a:off x="5374640" y="7608570"/>
            <a:ext cx="1014730" cy="2914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自动收集与</a:t>
            </a:r>
            <a:r>
              <a:rPr lang="zh-CN" altLang="en-US" sz="900"/>
              <a:t>删除</a:t>
            </a:r>
            <a:endParaRPr lang="zh-CN" altLang="en-US" sz="900"/>
          </a:p>
        </p:txBody>
      </p:sp>
      <p:sp>
        <p:nvSpPr>
          <p:cNvPr id="29" name="文本框 28"/>
          <p:cNvSpPr txBox="1"/>
          <p:nvPr/>
        </p:nvSpPr>
        <p:spPr>
          <a:xfrm>
            <a:off x="556895" y="2773680"/>
            <a:ext cx="816610" cy="340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15"/>
              <a:t>功能</a:t>
            </a:r>
            <a:r>
              <a:rPr lang="zh-CN" altLang="en-US" sz="1015"/>
              <a:t>模块</a:t>
            </a:r>
            <a:endParaRPr lang="zh-CN" altLang="en-US" sz="1015"/>
          </a:p>
        </p:txBody>
      </p:sp>
      <p:sp>
        <p:nvSpPr>
          <p:cNvPr id="30" name="文本框 29"/>
          <p:cNvSpPr txBox="1"/>
          <p:nvPr/>
        </p:nvSpPr>
        <p:spPr>
          <a:xfrm>
            <a:off x="514453" y="5024095"/>
            <a:ext cx="266112" cy="560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15"/>
              <a:t>迭代</a:t>
            </a:r>
            <a:r>
              <a:rPr lang="en-US" altLang="zh-CN" sz="1015"/>
              <a:t>2</a:t>
            </a:r>
            <a:endParaRPr lang="en-US" altLang="zh-CN" sz="1015"/>
          </a:p>
        </p:txBody>
      </p:sp>
      <p:sp>
        <p:nvSpPr>
          <p:cNvPr id="31" name="文本框 30"/>
          <p:cNvSpPr txBox="1"/>
          <p:nvPr/>
        </p:nvSpPr>
        <p:spPr>
          <a:xfrm>
            <a:off x="514453" y="6470625"/>
            <a:ext cx="266112" cy="560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15"/>
              <a:t>迭代</a:t>
            </a:r>
            <a:r>
              <a:rPr lang="en-US" altLang="zh-CN" sz="1015"/>
              <a:t>3</a:t>
            </a:r>
            <a:endParaRPr lang="en-US" altLang="zh-CN" sz="1015"/>
          </a:p>
        </p:txBody>
      </p:sp>
      <p:sp>
        <p:nvSpPr>
          <p:cNvPr id="32" name="文本框 31"/>
          <p:cNvSpPr txBox="1"/>
          <p:nvPr/>
        </p:nvSpPr>
        <p:spPr>
          <a:xfrm>
            <a:off x="514453" y="7873975"/>
            <a:ext cx="266112" cy="560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15"/>
              <a:t>迭代</a:t>
            </a:r>
            <a:r>
              <a:rPr lang="en-US" altLang="zh-CN" sz="1015"/>
              <a:t>4</a:t>
            </a:r>
            <a:endParaRPr lang="en-US" altLang="zh-CN" sz="1015"/>
          </a:p>
        </p:txBody>
      </p:sp>
      <p:sp>
        <p:nvSpPr>
          <p:cNvPr id="33" name="文本框 32"/>
          <p:cNvSpPr txBox="1"/>
          <p:nvPr/>
        </p:nvSpPr>
        <p:spPr>
          <a:xfrm>
            <a:off x="196953" y="7873975"/>
            <a:ext cx="266112" cy="403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15"/>
              <a:t>完善</a:t>
            </a:r>
            <a:endParaRPr lang="zh-CN" altLang="en-US" sz="1015"/>
          </a:p>
        </p:txBody>
      </p:sp>
      <p:sp>
        <p:nvSpPr>
          <p:cNvPr id="34" name="文本框 33"/>
          <p:cNvSpPr txBox="1"/>
          <p:nvPr/>
        </p:nvSpPr>
        <p:spPr>
          <a:xfrm>
            <a:off x="196953" y="5858485"/>
            <a:ext cx="266112" cy="403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15"/>
              <a:t>实现</a:t>
            </a:r>
            <a:endParaRPr lang="zh-CN" altLang="en-US" sz="1015"/>
          </a:p>
        </p:txBody>
      </p:sp>
      <p:sp>
        <p:nvSpPr>
          <p:cNvPr id="35" name="文本框 34"/>
          <p:cNvSpPr txBox="1"/>
          <p:nvPr/>
        </p:nvSpPr>
        <p:spPr>
          <a:xfrm>
            <a:off x="196953" y="3698215"/>
            <a:ext cx="266112" cy="403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015"/>
              <a:t>原型</a:t>
            </a:r>
            <a:endParaRPr lang="zh-CN" altLang="en-US" sz="1015"/>
          </a:p>
        </p:txBody>
      </p:sp>
      <p:sp>
        <p:nvSpPr>
          <p:cNvPr id="37" name="左大括号 36"/>
          <p:cNvSpPr/>
          <p:nvPr/>
        </p:nvSpPr>
        <p:spPr>
          <a:xfrm>
            <a:off x="506730" y="3240405"/>
            <a:ext cx="75565" cy="12827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左大括号 37"/>
          <p:cNvSpPr/>
          <p:nvPr/>
        </p:nvSpPr>
        <p:spPr>
          <a:xfrm>
            <a:off x="468630" y="4739005"/>
            <a:ext cx="107315" cy="26543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左大括号 38"/>
          <p:cNvSpPr/>
          <p:nvPr/>
        </p:nvSpPr>
        <p:spPr>
          <a:xfrm>
            <a:off x="500380" y="7609205"/>
            <a:ext cx="75565" cy="12827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6452870" y="3197225"/>
            <a:ext cx="317015" cy="1346200"/>
            <a:chOff x="10162" y="5035"/>
            <a:chExt cx="499" cy="2120"/>
          </a:xfrm>
        </p:grpSpPr>
        <p:cxnSp>
          <p:nvCxnSpPr>
            <p:cNvPr id="40" name="直接箭头连接符 39"/>
            <p:cNvCxnSpPr/>
            <p:nvPr/>
          </p:nvCxnSpPr>
          <p:spPr>
            <a:xfrm>
              <a:off x="10242" y="5035"/>
              <a:ext cx="0" cy="21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1" name="文本框 40"/>
            <p:cNvSpPr txBox="1"/>
            <p:nvPr/>
          </p:nvSpPr>
          <p:spPr>
            <a:xfrm>
              <a:off x="10242" y="5623"/>
              <a:ext cx="419" cy="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15"/>
                <a:t>优先级</a:t>
              </a:r>
              <a:endParaRPr lang="zh-CN" altLang="en-US" sz="1015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0162" y="5082"/>
              <a:ext cx="419" cy="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15"/>
                <a:t>高</a:t>
              </a:r>
              <a:endParaRPr lang="zh-CN" altLang="en-US" sz="1015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0162" y="6612"/>
              <a:ext cx="419" cy="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15"/>
                <a:t>低</a:t>
              </a:r>
              <a:endParaRPr lang="zh-CN" altLang="en-US" sz="1015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452870" y="4640580"/>
            <a:ext cx="316865" cy="1346200"/>
            <a:chOff x="10162" y="5035"/>
            <a:chExt cx="499" cy="2120"/>
          </a:xfrm>
        </p:grpSpPr>
        <p:cxnSp>
          <p:nvCxnSpPr>
            <p:cNvPr id="47" name="直接箭头连接符 46"/>
            <p:cNvCxnSpPr/>
            <p:nvPr/>
          </p:nvCxnSpPr>
          <p:spPr>
            <a:xfrm>
              <a:off x="10242" y="5035"/>
              <a:ext cx="0" cy="21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10242" y="5623"/>
              <a:ext cx="419" cy="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15"/>
                <a:t>优先级</a:t>
              </a:r>
              <a:endParaRPr lang="zh-CN" altLang="en-US" sz="1015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0162" y="5082"/>
              <a:ext cx="419" cy="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15"/>
                <a:t>高</a:t>
              </a:r>
              <a:endParaRPr lang="zh-CN" altLang="en-US" sz="1015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0162" y="6612"/>
              <a:ext cx="419" cy="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15"/>
                <a:t>低</a:t>
              </a:r>
              <a:endParaRPr lang="zh-CN" altLang="en-US" sz="1015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452870" y="6097270"/>
            <a:ext cx="316865" cy="1346200"/>
            <a:chOff x="10162" y="5035"/>
            <a:chExt cx="499" cy="2120"/>
          </a:xfrm>
        </p:grpSpPr>
        <p:cxnSp>
          <p:nvCxnSpPr>
            <p:cNvPr id="52" name="直接箭头连接符 51"/>
            <p:cNvCxnSpPr/>
            <p:nvPr/>
          </p:nvCxnSpPr>
          <p:spPr>
            <a:xfrm>
              <a:off x="10242" y="5035"/>
              <a:ext cx="0" cy="21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3" name="文本框 52"/>
            <p:cNvSpPr txBox="1"/>
            <p:nvPr/>
          </p:nvSpPr>
          <p:spPr>
            <a:xfrm>
              <a:off x="10242" y="5623"/>
              <a:ext cx="419" cy="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15"/>
                <a:t>优先级</a:t>
              </a:r>
              <a:endParaRPr lang="zh-CN" altLang="en-US" sz="1015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0162" y="5082"/>
              <a:ext cx="419" cy="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15"/>
                <a:t>高</a:t>
              </a:r>
              <a:endParaRPr lang="zh-CN" altLang="en-US" sz="1015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0162" y="6612"/>
              <a:ext cx="419" cy="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15"/>
                <a:t>低</a:t>
              </a:r>
              <a:endParaRPr lang="zh-CN" altLang="en-US" sz="1015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452870" y="7500620"/>
            <a:ext cx="316865" cy="1346200"/>
            <a:chOff x="10162" y="5035"/>
            <a:chExt cx="499" cy="2120"/>
          </a:xfrm>
        </p:grpSpPr>
        <p:cxnSp>
          <p:nvCxnSpPr>
            <p:cNvPr id="57" name="直接箭头连接符 56"/>
            <p:cNvCxnSpPr/>
            <p:nvPr/>
          </p:nvCxnSpPr>
          <p:spPr>
            <a:xfrm>
              <a:off x="10242" y="5035"/>
              <a:ext cx="0" cy="21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8" name="文本框 57"/>
            <p:cNvSpPr txBox="1"/>
            <p:nvPr/>
          </p:nvSpPr>
          <p:spPr>
            <a:xfrm>
              <a:off x="10242" y="5623"/>
              <a:ext cx="419" cy="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15"/>
                <a:t>优先级</a:t>
              </a:r>
              <a:endParaRPr lang="zh-CN" altLang="en-US" sz="1015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0162" y="5082"/>
              <a:ext cx="419" cy="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15"/>
                <a:t>高</a:t>
              </a:r>
              <a:endParaRPr lang="zh-CN" altLang="en-US" sz="1015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0162" y="6612"/>
              <a:ext cx="419" cy="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r>
                <a:rPr lang="zh-CN" altLang="en-US" sz="1015"/>
                <a:t>低</a:t>
              </a:r>
              <a:endParaRPr lang="zh-CN" altLang="en-US" sz="1015"/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658110" y="1064260"/>
            <a:ext cx="1504315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MSHD-2.0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rot="5400000">
            <a:off x="716280" y="1938020"/>
            <a:ext cx="1504315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</a:t>
            </a:r>
            <a:r>
              <a:rPr lang="zh-CN" altLang="en-US"/>
              <a:t>管理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WPS 演示</Application>
  <PresentationFormat>宽屏</PresentationFormat>
  <Paragraphs>85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VVolfBite</cp:lastModifiedBy>
  <cp:revision>157</cp:revision>
  <dcterms:created xsi:type="dcterms:W3CDTF">2019-06-19T02:08:00Z</dcterms:created>
  <dcterms:modified xsi:type="dcterms:W3CDTF">2024-12-16T14:09:05Z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010B2C52F2A84CCA8CF33937EA1BC2BD_11</vt:lpwstr>
  </property>
</Properties>
</file>