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/>
          <p:cNvCxnSpPr/>
          <p:nvPr/>
        </p:nvCxnSpPr>
        <p:spPr>
          <a:xfrm flipV="1">
            <a:off x="1183640" y="1040765"/>
            <a:ext cx="9514840" cy="889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1201420" y="1049655"/>
            <a:ext cx="8890" cy="51987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10565" y="3305810"/>
            <a:ext cx="4730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/>
              <a:t>迭代</a:t>
            </a:r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268095" y="2526665"/>
            <a:ext cx="933323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268095" y="4003675"/>
            <a:ext cx="933323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268095" y="5480685"/>
            <a:ext cx="933323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391285" y="233680"/>
            <a:ext cx="1466850" cy="7283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数据编码解码</a:t>
            </a:r>
            <a:endParaRPr lang="zh-CN" altLang="en-US" sz="1600"/>
          </a:p>
        </p:txBody>
      </p:sp>
      <p:sp>
        <p:nvSpPr>
          <p:cNvPr id="13" name="矩形 12"/>
          <p:cNvSpPr/>
          <p:nvPr/>
        </p:nvSpPr>
        <p:spPr>
          <a:xfrm>
            <a:off x="3558540" y="233680"/>
            <a:ext cx="1466850" cy="7283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数据</a:t>
            </a:r>
            <a:r>
              <a:rPr lang="zh-CN" altLang="en-US" sz="1600"/>
              <a:t>管理</a:t>
            </a:r>
            <a:endParaRPr lang="zh-CN" altLang="en-US" sz="1600"/>
          </a:p>
        </p:txBody>
      </p:sp>
      <p:sp>
        <p:nvSpPr>
          <p:cNvPr id="14" name="矩形 13"/>
          <p:cNvSpPr/>
          <p:nvPr/>
        </p:nvSpPr>
        <p:spPr>
          <a:xfrm>
            <a:off x="5725795" y="233680"/>
            <a:ext cx="1466850" cy="7283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数据</a:t>
            </a:r>
            <a:r>
              <a:rPr lang="zh-CN" altLang="en-US" sz="1600"/>
              <a:t>可视化</a:t>
            </a:r>
            <a:endParaRPr lang="zh-CN" altLang="en-US" sz="1600"/>
          </a:p>
        </p:txBody>
      </p:sp>
      <p:sp>
        <p:nvSpPr>
          <p:cNvPr id="15" name="矩形 14"/>
          <p:cNvSpPr/>
          <p:nvPr/>
        </p:nvSpPr>
        <p:spPr>
          <a:xfrm>
            <a:off x="7893050" y="233680"/>
            <a:ext cx="1466850" cy="7283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安全</a:t>
            </a:r>
            <a:r>
              <a:rPr lang="zh-CN" altLang="en-US" sz="1600"/>
              <a:t>管理</a:t>
            </a:r>
            <a:endParaRPr lang="zh-CN" altLang="en-US" sz="1600"/>
          </a:p>
        </p:txBody>
      </p:sp>
      <p:sp>
        <p:nvSpPr>
          <p:cNvPr id="16" name="矩形 15"/>
          <p:cNvSpPr/>
          <p:nvPr/>
        </p:nvSpPr>
        <p:spPr>
          <a:xfrm>
            <a:off x="1391285" y="1128395"/>
            <a:ext cx="1466850" cy="5867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数据编码</a:t>
            </a:r>
            <a:endParaRPr lang="zh-CN" altLang="en-US" sz="1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演示</Application>
  <PresentationFormat>宽屏</PresentationFormat>
  <Paragraphs>12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VVolfBite</cp:lastModifiedBy>
  <cp:revision>155</cp:revision>
  <dcterms:created xsi:type="dcterms:W3CDTF">2019-06-19T02:08:00Z</dcterms:created>
  <dcterms:modified xsi:type="dcterms:W3CDTF">2024-12-11T08:14:52Z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010B2C52F2A84CCA8CF33937EA1BC2BD_11</vt:lpwstr>
  </property>
</Properties>
</file>